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6B6D4"/>
                </a:solidFill>
                <a:latin typeface="Arial"/>
              </a:defRPr>
            </a:pPr>
            <a:r>
              <a:t>AlignMate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Arial"/>
              </a:defRPr>
            </a:pPr>
            <a:r>
              <a:t>AI-Powered Real-Time Posture Coach &amp; Fitness Companion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926080"/>
            <a:ext cx="2743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3291840"/>
            <a:ext cx="685800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6400800" cy="2468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PROJECT ABSTRACT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Combats chronic physical strains (neck tilt, slouching) due to sedentary computer use.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Monitors posture and gym exercise form via edge-based computer vision (MediaPipe).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Generates dynamic fitness and nutrition recommendations using Gemini 2.5 Flash.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Guarantees data privacy: Video streams are processed client-side without cloud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291840"/>
            <a:ext cx="3730752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3520440"/>
            <a:ext cx="3273552" cy="2468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SUBMISSION INFO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Submitted to: Jury Committee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Date of Presentation: June 2026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Focus: Core Engineering &amp;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Deployment: Docker + DigitalOcean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Presentation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371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663440" cy="3931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01 - 05: Core Mechanics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01. Project Title &amp; Abstract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02. Problem Statement &amp; Engineering Context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03. Pipeline System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04. Data Engineering Pipeline (Feature Extraction)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05. Key Engineering Challenges &amp; Solutions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874520"/>
            <a:ext cx="4663440" cy="3931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06 - 09: System Operations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06. Containerization &amp; Model Serving (Docker)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07. Monitoring HUD &amp; Client UI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08. Core Technical Debugging Cases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09. Future Iteration &amp; Dev Roadmap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  * Note: The project is fully live and deployed.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Problem Statement &amp; Engineering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371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663440" cy="3931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THE PROBLEM SPACE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Sedentary desk lifestyles lead to severe ergonomic issues (cervical pain, spinal stress).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Improper gym form increases acute injury risks under high loading.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Standard fitness coaching is expensive and lacks real-time interactive safety monitors.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874520"/>
            <a:ext cx="4663440" cy="3931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ENGINEERING CONSTRAINTS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Edge-Based Privacy: Web streams must be processed client-side (Zero-Video-Upload).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High Frequency: System must calculate skeletal joint vectors at &gt;15 FPS.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Server Optimization: Must load classification models and process WebSockets within a standard 2GB RAM server footprint.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Pipeline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371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2834640" cy="3931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1. Edge Pose (Client)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Webcam feed processed by MediaPipe JS library locally in user's browser.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Extracts 33 high-accuracy 3D skeletal landmarks.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Restricts payload to coordinate arrays (99 float vectors) to conserve network bandwidth.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20"/>
            <a:ext cx="2834640" cy="3931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2. Real-Time Transport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Coordinates transmitted at 15-20 FPS using persistent HTML5 WebSockets.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FastAPI routes data to asynchronous memory pipelines (/ws &amp; /ws/exercise).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Maintains zero state on disk during tracking to guarantee zero-latency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9" y="1874520"/>
            <a:ext cx="2834640" cy="3931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3. Analysis &amp; Storage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ML Classifier evaluates coordinates using scikit-learn models (&lt;1.5ms latency).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Rule-based geometry triggers voice corrections ('Sit straight').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Generates custom plans via LangChain &amp; Gemini API, saving session records to MySQL.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Data Engineering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371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663440" cy="3931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FEATURE ENGINEERING (EDGE)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Landmark Vectorization: Transforms 33 landmarks into a flat 99-feature float array.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Pose Normalization: Scales coordinate arrays against shoulder-width and torso-height, preventing camera-distance bias.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Rule-Based Vectors: Computes neck angle relative to shoulder plane and vertical axis.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874520"/>
            <a:ext cx="4663440" cy="3931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CLASSIFICATION &amp; FORM VERIFIER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Random Forest Classifier: Custom trained model classifies posture as good or bad in &lt;1.5ms.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Skeletal Geometry Rules: Identifies side-neck tilt and shoulder height imbalances.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Exercise Rep Verification: Compares Joint angles against anatomical thresholds (squat range, bicep extension).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Engineering 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371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17352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10360152" cy="822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1. Noise &amp; Camera Jitter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Challenge: Jitter in camera frames causes false posture alert triggers.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Solution: Implemented a moving-average smoother (NeckAngleSmoother) and window-based probability queue (PROB_SMOOTH_WINDOW=10).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08960"/>
            <a:ext cx="10817352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2. Server Resource Constraints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Challenge: Running heavy LLMs locally on cheap servers causes OOM (Out Of Memory) crashes.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Solution: Integrated ChatGoogleGenerativeAI (Gemini 2.5 Flash) via API, cutting server RAM consumption by 75% while boosting speed.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572000"/>
            <a:ext cx="10817352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360152" cy="822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3. Stateful WebSockets Session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Challenge: Tracking states across stateless HTTP connections.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Solution: Leveraged persistent WebSockets, maintaining full-session state in-memory on the FastAPI backend.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Containerization &amp; Model Serving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371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663440" cy="3931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DOCKER &amp; CONTAINER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Backend (Dockerfile): Multi-stage build starting from python:3.10-slim. Installs GLib and OpenCV rendering dependencies.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Frontend (Dockerfile): Built via Node.js static builder and hosted in Nginx container.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Database: Containerized MySQL 8 database service.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Local orchestration runs via multi-container Docker Compose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874520"/>
            <a:ext cx="4663440" cy="3931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PRODUCTION DEPLOYMENT (aaPANEL)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aaPanel Orchestration: Manages Docker Engine and Nginx reverse proxy.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MySQL Isolation: Port 3306 locked to the local Docker network (172.17.0.1) for database security.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SSL Proxying: Nginx manages Let's Encrypt certificates and enforces HTTPS / WSS protocol.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WebSocket Proxying: Configured Upgrade/Connection headers to route real-time telemetry.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Monitoring HUD &amp; Client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371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663440" cy="3931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REAL-TIME CAMERA HUD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Live Posture HUD: Displays webcam stream overlayed with skeletal joint skeletons (green=good, yellow=drift, red=bad).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Real-Time HUD Stats: Dynamic gauge rings indicating Neck angle, shoulder discrepancy, and current session duration.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Interactive Rep HUD: Shows current rep counts, target counts, form compliance alerts, and range-of-motion angles.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874520"/>
            <a:ext cx="4663440" cy="3931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USER ANALYTICS &amp; LOGGING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Health Dashboard: Renders aggregate statistics (total tracking hours, posture score averages).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Progress Charts: Renders interactive charts tracking posture improvement trends over the last 14 days.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Non-Blocking Audio Coach: Leverages speech synthesis on the client side to announce posture correction commands.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Technical Debugging &amp;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371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663440" cy="3931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CORE TECHNICAL DEBUGGING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WebSocket Lag: Reduced latency from 500ms to &lt;15ms by sending raw landmark coordinates instead of image frames.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OOM Fixes: Moved from local Ollama model processing to Gemini 2.5 Flash cloud API, reducing droplet RAM load by 75%.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Connection Pool Overload: Added SQLModel session scoping dependencies to prevent DB lockups during high connection spikes.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874520"/>
            <a:ext cx="4663440" cy="39319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FUTURE ROADMAP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AlignMate Mobile: Integrate React Native App with camera tracking and device accelerometer sensors.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Extension of Exercises: Add dynamic rule matrices for complex exercises like deadlifts, overhead presses, and lunges.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Gamification &amp; Streaks: Add user leaderboards, streak records, and milestone achievements to increase engagement.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