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7" r:id="rId3"/>
    <p:sldId id="258" r:id="rId4"/>
    <p:sldId id="259" r:id="rId5"/>
    <p:sldId id="260" r:id="rId6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89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31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49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22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59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4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94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6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25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0344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66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3A751-322A-3C4C-5BEC-A49EA3F1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80572-BE4D-D9DA-2BC5-614EB8237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9582"/>
            <a:ext cx="10058400" cy="4019512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Project Title: AlignMate</a:t>
            </a:r>
            <a:endParaRPr lang="en-IN" dirty="0"/>
          </a:p>
          <a:p>
            <a:pPr>
              <a:spcAft>
                <a:spcPts val="4000"/>
              </a:spcAft>
              <a:defRPr sz="1800">
                <a:solidFill>
                  <a:srgbClr val="505050"/>
                </a:solidFill>
                <a:latin typeface="Times New Roman"/>
              </a:defRPr>
              <a:buNone/>
            </a:pPr>
            <a:r>
              <a:t>AI-Powered Real-Time Posture Coach &amp; Fitness Companion</a:t>
            </a:r>
          </a:p>
          <a:p>
            <a:pPr>
              <a:spcAft>
                <a:spcPts val="2000"/>
              </a:spcAft>
              <a:buNone/>
            </a:pPr>
          </a:p>
          <a:p>
            <a:pPr>
              <a:defRPr sz="1800" b="1">
                <a:solidFill>
                  <a:srgbClr val="1C1C1C"/>
                </a:solidFill>
                <a:latin typeface="Times New Roman"/>
              </a:defRPr>
              <a:buNone/>
            </a:pPr>
            <a:r>
              <a:t>Submitted By: Arjun Bhati &amp; Team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97F45-8A95-DD51-6B78-4E6AAF9D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9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D88-48A5-FBBF-9238-9DE0D66C6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 wrap="square">
            <a:normAutofit lnSpcReduction="10000"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Presentation Outline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1: Project Title &amp; Abstract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2: Presentation Outline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3: Problem Statement &amp; Engineering Context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4: Pipeline System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5: Data Engineering Pipeline (Angle Calculations)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6: Structured Database RAG (Retrieval-Augmented Generation)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7: Containerization &amp; Isolation (Docker)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8: Automated CI/CD Pipelines (GitHub Actions)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9: Monitoring HUD &amp; Client Interface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Slide 10: Technical Debugging &amp; Future Roadmap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3C9015-BFA2-1D32-29A5-945F50C7D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5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6DA65-2189-9307-A666-6CDD17FC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0EA25-A8C0-4F28-930A-6D55A8BF9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 wrap="square"/>
          <a:lstStyle/>
          <a:p>
            <a:pPr>
              <a:spcAft>
                <a:spcPts val="1600"/>
              </a:spcAft>
              <a:defRPr sz="24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Problem Statement &amp; Engineering Context</a:t>
            </a:r>
            <a:endParaRPr lang="en-IN" dirty="0"/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Sedentary Lifestyles: Proved to cause chronic cervical pain, spinal stress, and long-term posture defects.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Exercise Injuries: Lack of real-time form correction leads to acute gym injuries under high loading.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Engineering Constraints: Must perform skeletal tracking at &gt;15 FPS within a standard 2GB server footprint.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User Data Privacy: Zero video streaming or storage in the cloud. Coordinates are processed client-side.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E75509-C512-6AA3-93FD-16933FFE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53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2770-4BE5-0475-9FC1-8D6397F2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87732-DCAD-BC63-A2C0-B051369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 wrap="square"/>
          <a:lstStyle/>
          <a:p>
            <a:pPr>
              <a:spcAft>
                <a:spcPts val="1600"/>
              </a:spcAft>
              <a:defRPr sz="24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Pipeline System Architecture</a:t>
            </a:r>
            <a:endParaRPr lang="en-IN" dirty="0"/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Client Edge Processing: User's web camera captures video. MediaPipe JS local library maps 33 joints (99 floats).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Persistent Transport: Streams coordinates at 15-20 FPS using persistent, low-overhead HTML5 WebSockets.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FastAPI Backend: Asynchronous WebSocket pipeline (/ws &amp; /ws/exercise) routes coordinate frames.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In-Memory Analysis: Scikit-learn model classifies posture in &lt;1.5ms. Custom rule engines verify form metrics.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55F560-6A10-770D-B5FB-3FC40BBE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0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3788F-F634-4E33-0465-6ACD5E1A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7A4CB-031F-24D6-E5F4-CC9B3ED8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 wrap="square"/>
          <a:lstStyle/>
          <a:p>
            <a:pPr>
              <a:spcAft>
                <a:spcPts val="1600"/>
              </a:spcAft>
              <a:defRPr sz="24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Data Engineering Pipeline (Angle Calculations)</a:t>
            </a:r>
            <a:endParaRPr lang="en-IN" dirty="0"/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Landmark Vectorization: Transforms 33 body coordinate landmarks into a flat 99-feature float array.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Pose Normalization: Scales coordinate arrays against shoulder-width to make tracking distance-independent.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Neck Angle Geometry: Midpoint M = (Left + Right)/2. Vector V = Nose - M. Angle theta calculated via cos(theta) = -V_y / ||V||.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Posture Rules: Lateral Neck Tilt flagged if theta &gt; 15 degrees. Shoulder Imbalance flagged if left/right height diff &gt; 0.03.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279C83-CAAE-BA4D-23B2-C3B89B92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805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600"/>
              </a:spcAft>
              <a:defRPr sz="24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Structured Database-Driven RAG Pattern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Structured Telemetry Retrieval: Instead of raw documents, queries MySQL for profile stats (age, weight, goals) and posture history.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Dynamic Prompt Augmentation: Telemetry data (average posture scores, specific faults) is injected into LangChain prompt templates.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Gemini Generation: Custom augmented context is sent to Google Gemini (gemini-2.5-flash) to generate tailored workouts.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Output Standardization: Gemini returns a structured JSON workout and diet plan, parsed directly by the backend for user display.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600"/>
              </a:spcAft>
              <a:defRPr sz="24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Containerization &amp; Isolation (Docker)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Multi-Stage Backend Build: Dockerfile compiled using python:3.10-slim. Automatically packs OpenCV &amp; GLib OS dependencies.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Frontend Static Serving: React application compiled using Node builder and served via containerized Nginx.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Database Security &amp; Isolation: MySQL 8 service is containerized, restricting port 3306 exclusively to the internal Docker network.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aaPanel Production Stack: Orchestrates containers, manages reverse proxy configurations, and handles SSL certificates.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600"/>
              </a:spcAft>
              <a:defRPr sz="24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Automated CI/CD Pipelines (GitHub Actions)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Automatic Triggers: Pipeline automatically runs on every push or pull request to the main branch.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Backend CI Workflow: Automatically builds Python virtual environment, lint-checks code, and runs tests using Pytest.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Frontend Build Verification: Installs npm packages, checks syntax, and compiles React production assets.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Container Build Verification: Compiles backend and frontend Dockerfiles to ensure deployment reliability.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600"/>
              </a:spcAft>
              <a:defRPr sz="24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Monitoring HUD &amp; Client Interface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Real-Time Skeleton Overlay: Renders webcam feed with green (good), yellow (drift), or red (bad) skeleton landmarks.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Interactive Rep HUD: Shows live rep counts, range-of-motion angles, and posture status gauges in the browser.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Speech Synthesis Coaching: Client-side non-blocking audio engine calls out corrective commands like 'Sit straight'.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Analytics Dashboard: Displays 14-day history, average posture scores, and tracking duration trends.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600"/>
              </a:spcAft>
              <a:defRPr sz="2400" b="1">
                <a:solidFill>
                  <a:srgbClr val="E48312"/>
                </a:solidFill>
                <a:latin typeface="Times New Roman"/>
              </a:defRPr>
              <a:buNone/>
            </a:pPr>
            <a:r>
              <a:t>Technical Debugging &amp; Future Roadmap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Network Latency Fix: Reduced lag from 500ms to &lt;15ms by streaming coordinate floats instead of video frames.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OOM Crash Prevention: Migrated from heavy local Ollama model to Google Gemini API, saving 75% server RAM.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Database Pool Scoping: Resolved SQL connection exhaustion by integrating scoped database session dependency injection.</a:t>
            </a:r>
          </a:p>
          <a:p>
            <a:pPr>
              <a:spcAft>
                <a:spcPts val="800"/>
              </a:spcAft>
              <a:defRPr sz="1400">
                <a:solidFill>
                  <a:srgbClr val="1C1C1C"/>
                </a:solidFill>
                <a:latin typeface="Times New Roman"/>
              </a:defRPr>
            </a:pPr>
            <a:r>
              <a:t>Mobile App Expansion: Future roadmap includes React Native mobile client using MoveNet on-device posture tracking.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</TotalTime>
  <Words>70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 Pagare</dc:creator>
  <cp:lastModifiedBy>Shreyas Pagare</cp:lastModifiedBy>
  <cp:revision>1</cp:revision>
  <dcterms:created xsi:type="dcterms:W3CDTF">2026-06-15T15:12:06Z</dcterms:created>
  <dcterms:modified xsi:type="dcterms:W3CDTF">2026-06-15T15:30:58Z</dcterms:modified>
</cp:coreProperties>
</file>